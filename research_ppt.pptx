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74" r:id="rId7"/>
    <p:sldId id="275" r:id="rId8"/>
    <p:sldId id="270" r:id="rId9"/>
    <p:sldId id="272" r:id="rId10"/>
    <p:sldId id="273" r:id="rId11"/>
    <p:sldId id="276" r:id="rId12"/>
    <p:sldId id="268" r:id="rId13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shwin Garg" userId="8e231270ad35d94b" providerId="LiveId" clId="{41E11A1D-51B8-499F-AED8-73AC3FAF0635}"/>
    <pc:docChg chg="modSld">
      <pc:chgData name="Aashwin Garg" userId="8e231270ad35d94b" providerId="LiveId" clId="{41E11A1D-51B8-499F-AED8-73AC3FAF0635}" dt="2026-05-18T04:59:35.187" v="0" actId="22"/>
      <pc:docMkLst>
        <pc:docMk/>
      </pc:docMkLst>
      <pc:sldChg chg="addSp mod">
        <pc:chgData name="Aashwin Garg" userId="8e231270ad35d94b" providerId="LiveId" clId="{41E11A1D-51B8-499F-AED8-73AC3FAF0635}" dt="2026-05-18T04:59:35.187" v="0" actId="22"/>
        <pc:sldMkLst>
          <pc:docMk/>
          <pc:sldMk cId="2985672751" sldId="276"/>
        </pc:sldMkLst>
        <pc:picChg chg="add">
          <ac:chgData name="Aashwin Garg" userId="8e231270ad35d94b" providerId="LiveId" clId="{41E11A1D-51B8-499F-AED8-73AC3FAF0635}" dt="2026-05-18T04:59:35.187" v="0" actId="22"/>
          <ac:picMkLst>
            <pc:docMk/>
            <pc:sldMk cId="2985672751" sldId="276"/>
            <ac:picMk id="3" creationId="{B286EA51-635B-B77B-2EAB-3FA814514FFD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Consumer Behavior On Q-Commerce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Tisha (2210992465)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Kamaljeet Kaur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(2210990470)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Aashwin Garg (2210991125)</a:t>
            </a:r>
            <a:b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Saurabh Abrol (2201992268)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 : Dr. Monika Aggarwal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Text 7">
            <a:extLst>
              <a:ext uri="{FF2B5EF4-FFF2-40B4-BE49-F238E27FC236}">
                <a16:creationId xmlns:a16="http://schemas.microsoft.com/office/drawing/2014/main" id="{DEE7F7DE-549E-292C-A09B-75CB660014F9}"/>
              </a:ext>
            </a:extLst>
          </p:cNvPr>
          <p:cNvSpPr/>
          <p:nvPr/>
        </p:nvSpPr>
        <p:spPr>
          <a:xfrm>
            <a:off x="716280" y="2134583"/>
            <a:ext cx="8321040" cy="82296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US" sz="4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08155" y="1101213"/>
            <a:ext cx="8578285" cy="4575078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Commerce (Q-commerce) enables delivery of essentials within minutes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growth driven by convenience, urban lifestyles, and digital adoption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Platforms like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Blinkit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Zepto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Swiggy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Instamart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reshaping shopping behavior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focuses on key factors: convenience, pricing, delivery speed, and availability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Analyzes consumer preferences, usage patterns, and loyalty drivers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derive insights to improve customer experience and business strategies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2C887-DFD7-0FFC-A117-F0C0E260B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F06C6E-938A-31D5-C6CF-3028F468CCCB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76981" y="530582"/>
            <a:ext cx="8450466" cy="4667760"/>
          </a:xfrm>
        </p:spPr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consumer behavior on Q-commerce platforms</a:t>
            </a:r>
            <a:b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key factors influencing purchase decisions (price, speed, convenience)</a:t>
            </a:r>
            <a:b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usage patterns and order frequency </a:t>
            </a:r>
            <a:b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impact of discounts, offers, and promotions </a:t>
            </a:r>
            <a:b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customer satisfaction and loyalty drivers</a:t>
            </a:r>
            <a:b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insights to improve marketing and growth strategies 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155703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92C63-D13A-E78C-C845-578B52255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13989-FC1F-0BBC-DC79-249BF485C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61C27C-CCCC-CBF4-A600-D201CF684878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76981" y="530582"/>
            <a:ext cx="8450466" cy="4667760"/>
          </a:xfrm>
        </p:spPr>
        <p:txBody>
          <a:bodyPr/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Convenience and fast delivery are the primary drivers of usage </a:t>
            </a:r>
            <a:b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Consumers prefer Q-commerce for urgent and top-up purchases </a:t>
            </a:r>
            <a:b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Discounts and offers significantly influence platform choice</a:t>
            </a:r>
            <a:b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availability directly impacts customer satisfaction </a:t>
            </a:r>
            <a:b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frequency of small basket orders observed </a:t>
            </a:r>
            <a:b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 loyalty is low; users switch platforms based on price and speed </a:t>
            </a:r>
            <a:b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Peak usage seen during evenings and weekends </a:t>
            </a:r>
            <a:b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experience (app ease, delivery reliability) is critical for retention </a:t>
            </a:r>
          </a:p>
        </p:txBody>
      </p:sp>
    </p:spTree>
    <p:extLst>
      <p:ext uri="{BB962C8B-B14F-4D97-AF65-F5344CB8AC3E}">
        <p14:creationId xmlns:p14="http://schemas.microsoft.com/office/powerpoint/2010/main" val="2064794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>
            <a:extLst>
              <a:ext uri="{FF2B5EF4-FFF2-40B4-BE49-F238E27FC236}">
                <a16:creationId xmlns:a16="http://schemas.microsoft.com/office/drawing/2014/main" id="{C73C6D09-6AA6-681D-76D4-50EBD8018156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Swiggy Instamart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18CE04-4C08-2FF3-207B-24E7DBF21F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098" y="1390262"/>
            <a:ext cx="8393625" cy="4469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229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Shape 1">
            <a:extLst>
              <a:ext uri="{FF2B5EF4-FFF2-40B4-BE49-F238E27FC236}">
                <a16:creationId xmlns:a16="http://schemas.microsoft.com/office/drawing/2014/main" id="{E5FA56CD-A49C-024D-C339-BF1C4C4A9110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Blinkit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0C6AD0-CF40-7E6F-6CD5-20782C6042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532" y="1376516"/>
            <a:ext cx="8390901" cy="4434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308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Shape 1">
            <a:extLst>
              <a:ext uri="{FF2B5EF4-FFF2-40B4-BE49-F238E27FC236}">
                <a16:creationId xmlns:a16="http://schemas.microsoft.com/office/drawing/2014/main" id="{26F39F30-5E10-72B4-E53A-59318234CDD6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Zepto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8CF856-9443-EB3A-88C8-4B35BE5568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46" y="1219200"/>
            <a:ext cx="8562516" cy="5024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351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CF2EF-AB7F-A27C-F215-33CF955A6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Shape 1">
            <a:extLst>
              <a:ext uri="{FF2B5EF4-FFF2-40B4-BE49-F238E27FC236}">
                <a16:creationId xmlns:a16="http://schemas.microsoft.com/office/drawing/2014/main" id="{A00D4D84-5113-7813-8DE2-BA12DA98624A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Milestone Achieved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86EA51-635B-B77B-2EAB-3FA814514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8490"/>
            <a:ext cx="9144000" cy="3721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672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34774</TotalTime>
  <Words>298</Words>
  <Application>Microsoft Office PowerPoint</Application>
  <PresentationFormat>On-screen Show (4:3)</PresentationFormat>
  <Paragraphs>54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Research Objective</vt:lpstr>
      <vt:lpstr>Findings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Aashwin Garg</cp:lastModifiedBy>
  <cp:revision>2302</cp:revision>
  <dcterms:created xsi:type="dcterms:W3CDTF">2010-04-09T07:36:15Z</dcterms:created>
  <dcterms:modified xsi:type="dcterms:W3CDTF">2026-05-18T04:59:40Z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